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61" r:id="rId3"/>
    <p:sldId id="257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F3016-8E96-10B0-2888-EEF5E19A64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86CBC6-C761-C95C-B63A-184382943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0193A-207E-17E6-73FB-B6265BDFA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9A2E6-94FE-C280-F45F-B0B581DE7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C7B512-EE21-5E28-DB26-E05E72C2D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8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AA16C-BAFB-C6BE-5351-2A0FF7477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FB37A-9CAC-DC3F-71CA-247BD204B6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0755DD-A107-144D-1A6D-3DF982B26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4E385F-F0D1-117D-E9F8-0701674B1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B5F917-831D-5840-CA83-8CBBBCD56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253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FE5831-99CF-381B-1083-09A25E8A3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65D3EB-CE3A-9302-4DA5-9012C36838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1F4C0-0D40-C1C3-E19D-5B11B5482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5507E0-9EA0-2458-8481-36BC3EDFE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148288-5059-067F-ED69-ABC5EF1BA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796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944C38-950D-6F9B-AC84-450760ED2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70EF7E-61D9-DC26-9B6E-97FD364F48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AD46CE-66A0-33C0-9D4B-16E05B31FD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D6D899-7234-F756-2418-98D8A4832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A0A23C-A5DD-29E8-EA03-BFF22E74C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77193D-2F3F-AF03-B283-AC46C8323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8100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F8D73-C66F-822F-EF40-ADF07F5E8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A855D9-0DAC-556A-8787-F567CAD572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81DA83-B135-B59C-2221-481414BE75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6AAF8E-232D-4772-6CCF-101B777B15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1D3B74-70FD-22E0-B5AC-D31B67E245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946E2B-ABD0-827E-F836-FACBD7D19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739AF1-E80D-9252-625D-A6AC6685D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1077C6-FBA6-6A85-7096-EE42785CB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4673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52F59-CFFD-FDF0-0DC0-F1A90AA0F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C26036-BE01-5810-15E5-F0FF40E2AC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B38DE9-B922-B754-ACF2-5B52886A6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DC80E2-C731-81A7-6E07-0EB41DFA2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7067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F0A053-0E08-9EEA-65B7-695746118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DD031E-67AE-E35A-C7E5-F384D776CE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FCB352-E5AE-F003-ED15-CD60D278A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034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BB5DF-8EAF-373F-2DD6-27EDFE8B0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141D3-059C-A9C4-993E-EBEC4101B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86CBF8-74C5-EDEA-2A6E-BCEE328FBD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FFFAA3-A75B-72CC-D496-91170AC6AB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4300F9-539A-35CE-D71C-8F6C759FE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22CF2-4F0D-A844-757C-C3A7B4A23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9301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957C7-1517-A674-A30B-C23F16103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00AA1E-3885-5499-5515-F82E432133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816FDB-167E-89C5-203D-D4C33C214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CEE0FD-C425-349F-AC7A-54F745F6D2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39D309-4C97-FA8D-8371-7DE479B9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F550BD-B121-80E6-D29F-5B85E4F07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004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37813-E694-53CD-560E-8E88E3185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6C1FD2-4A9C-64C8-DA87-BC93FC4AF3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A337A3-01C9-F33D-90A8-F630B6F08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C99885-E79C-9DBC-4A1C-640A1AFFA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1C641-FC03-D732-896C-6EA58087A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229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8311E9-19BC-DC8D-819D-20606A688EE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02CACD-9B44-D8B5-5A9D-FAC3E78612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A2661F-9483-D9B9-50BD-60AF65988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643C47-6243-E81E-A435-CB78CE065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49DEA7-056D-85B4-2007-5130C8DD0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15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0E6270C-1746-F7AB-9262-C5F17CD920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A09259-1630-DA3E-D5CD-3530EB088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11416-2EF9-0A84-8402-716423F2D8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892ED7-ED10-4C0E-B050-E725A33076E1}" type="datetimeFigureOut">
              <a:rPr lang="en-US" smtClean="0"/>
              <a:t>2/9/2026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2CADA-1287-59BB-02E3-8652FB7B71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CDDC80-E39E-D31B-BB09-21AB4E7DDA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F2AC73-F288-4B4A-B4B7-2A54F14FA0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813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22A83-4859-C505-93EB-DC2AE2587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Cloud &amp; DB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AF9DE1-31E9-79C2-A891-21076F6207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4522" y="1763215"/>
            <a:ext cx="2998839" cy="174368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Spitogatos</a:t>
            </a:r>
            <a:endParaRPr lang="en-US" dirty="0"/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9CFEB937-EFB0-909B-71E7-505A3C51C32B}"/>
              </a:ext>
            </a:extLst>
          </p:cNvPr>
          <p:cNvSpPr txBox="1">
            <a:spLocks/>
          </p:cNvSpPr>
          <p:nvPr/>
        </p:nvSpPr>
        <p:spPr>
          <a:xfrm>
            <a:off x="4978809" y="529107"/>
            <a:ext cx="2453149" cy="1851844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/>
              <a:t>Cerved</a:t>
            </a:r>
            <a:endParaRPr lang="en-US" dirty="0"/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F1E5D1D1-B49F-BC71-E375-373D2C646851}"/>
              </a:ext>
            </a:extLst>
          </p:cNvPr>
          <p:cNvSpPr txBox="1">
            <a:spLocks/>
          </p:cNvSpPr>
          <p:nvPr/>
        </p:nvSpPr>
        <p:spPr>
          <a:xfrm>
            <a:off x="174522" y="4110089"/>
            <a:ext cx="3082413" cy="1743689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Reinvest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4841CD15-932E-0C09-078A-B5653AA11D32}"/>
              </a:ext>
            </a:extLst>
          </p:cNvPr>
          <p:cNvSpPr txBox="1">
            <a:spLocks/>
          </p:cNvSpPr>
          <p:nvPr/>
        </p:nvSpPr>
        <p:spPr>
          <a:xfrm>
            <a:off x="3452351" y="4981933"/>
            <a:ext cx="3082413" cy="157674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 err="1"/>
              <a:t>Intrum</a:t>
            </a:r>
            <a:endParaRPr lang="en-US" dirty="0"/>
          </a:p>
        </p:txBody>
      </p:sp>
      <p:sp>
        <p:nvSpPr>
          <p:cNvPr id="8" name="Content Placeholder 5">
            <a:extLst>
              <a:ext uri="{FF2B5EF4-FFF2-40B4-BE49-F238E27FC236}">
                <a16:creationId xmlns:a16="http://schemas.microsoft.com/office/drawing/2014/main" id="{9828C3FE-C0B9-E0DB-505B-F302455F3A8F}"/>
              </a:ext>
            </a:extLst>
          </p:cNvPr>
          <p:cNvSpPr txBox="1">
            <a:spLocks/>
          </p:cNvSpPr>
          <p:nvPr/>
        </p:nvSpPr>
        <p:spPr>
          <a:xfrm>
            <a:off x="2738285" y="2700428"/>
            <a:ext cx="3082413" cy="157674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Landea</a:t>
            </a:r>
          </a:p>
        </p:txBody>
      </p:sp>
      <p:sp>
        <p:nvSpPr>
          <p:cNvPr id="9" name="Flowchart: Magnetic Disk 8">
            <a:extLst>
              <a:ext uri="{FF2B5EF4-FFF2-40B4-BE49-F238E27FC236}">
                <a16:creationId xmlns:a16="http://schemas.microsoft.com/office/drawing/2014/main" id="{E002C327-1AF5-88C4-5FC6-50853EE4EFFC}"/>
              </a:ext>
            </a:extLst>
          </p:cNvPr>
          <p:cNvSpPr/>
          <p:nvPr/>
        </p:nvSpPr>
        <p:spPr>
          <a:xfrm>
            <a:off x="7397544" y="2418051"/>
            <a:ext cx="4409768" cy="3384075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Assets: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Table for each source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Table for potential assets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Table for potentials, with all required data</a:t>
            </a: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Table for downloaded </a:t>
            </a:r>
            <a:r>
              <a:rPr lang="en-US" dirty="0" err="1"/>
              <a:t>Spitogatos</a:t>
            </a:r>
            <a:endParaRPr lang="en-US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en-US" dirty="0"/>
              <a:t>Transactions - Tax etc.</a:t>
            </a:r>
          </a:p>
        </p:txBody>
      </p:sp>
    </p:spTree>
    <p:extLst>
      <p:ext uri="{BB962C8B-B14F-4D97-AF65-F5344CB8AC3E}">
        <p14:creationId xmlns:p14="http://schemas.microsoft.com/office/powerpoint/2010/main" val="1930048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322BF-AE3A-50A6-79AB-4D7A8A683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BFB9858A-8FA2-EBC0-FC78-23CCD34E9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413" y="1690688"/>
            <a:ext cx="3271684" cy="2106408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Spitogatos</a:t>
            </a:r>
            <a:endParaRPr lang="en-US" dirty="0"/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155DA859-682B-5AD4-E0DA-5EEBDFF28D66}"/>
              </a:ext>
            </a:extLst>
          </p:cNvPr>
          <p:cNvSpPr/>
          <p:nvPr/>
        </p:nvSpPr>
        <p:spPr>
          <a:xfrm>
            <a:off x="1455174" y="3539613"/>
            <a:ext cx="442451" cy="119953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35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358B3-B04C-166C-8AA9-9C0AEF2E2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F19B990-DD98-5B6F-6230-77D66AF7F31B}"/>
              </a:ext>
            </a:extLst>
          </p:cNvPr>
          <p:cNvSpPr/>
          <p:nvPr/>
        </p:nvSpPr>
        <p:spPr>
          <a:xfrm>
            <a:off x="639097" y="2104104"/>
            <a:ext cx="3519948" cy="420820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Asset:</a:t>
            </a:r>
          </a:p>
          <a:p>
            <a:pPr algn="ctr"/>
            <a:r>
              <a:rPr lang="en-US" dirty="0"/>
              <a:t>Location</a:t>
            </a:r>
          </a:p>
          <a:p>
            <a:pPr algn="ctr"/>
            <a:r>
              <a:rPr lang="en-US" dirty="0"/>
              <a:t>ADDRESS</a:t>
            </a:r>
          </a:p>
          <a:p>
            <a:pPr algn="ctr"/>
            <a:r>
              <a:rPr lang="en-US" dirty="0"/>
              <a:t>City, Municipality, etc.</a:t>
            </a:r>
          </a:p>
          <a:p>
            <a:pPr algn="ctr"/>
            <a:r>
              <a:rPr lang="en-US" dirty="0"/>
              <a:t>Time</a:t>
            </a:r>
          </a:p>
          <a:p>
            <a:pPr algn="ctr"/>
            <a:r>
              <a:rPr lang="en-US" dirty="0"/>
              <a:t>Sqm</a:t>
            </a:r>
          </a:p>
          <a:p>
            <a:pPr algn="ctr"/>
            <a:r>
              <a:rPr lang="en-US" dirty="0"/>
              <a:t>Price</a:t>
            </a:r>
          </a:p>
          <a:p>
            <a:pPr algn="ctr"/>
            <a:r>
              <a:rPr lang="en-US" dirty="0"/>
              <a:t>Year</a:t>
            </a:r>
          </a:p>
          <a:p>
            <a:pPr algn="ctr"/>
            <a:r>
              <a:rPr lang="en-US" dirty="0"/>
              <a:t>Level</a:t>
            </a:r>
          </a:p>
          <a:p>
            <a:pPr algn="ctr"/>
            <a:r>
              <a:rPr lang="en-US" dirty="0"/>
              <a:t>Source URL</a:t>
            </a:r>
          </a:p>
          <a:p>
            <a:pPr algn="ctr"/>
            <a:r>
              <a:rPr lang="en-US" dirty="0"/>
              <a:t>Revaluation Price</a:t>
            </a:r>
          </a:p>
          <a:p>
            <a:pPr algn="ctr"/>
            <a:r>
              <a:rPr lang="en-US" dirty="0"/>
              <a:t>Revaluation Time</a:t>
            </a:r>
          </a:p>
          <a:p>
            <a:pPr algn="ctr"/>
            <a:r>
              <a:rPr lang="en-US" dirty="0"/>
              <a:t>Photos</a:t>
            </a:r>
          </a:p>
          <a:p>
            <a:pPr algn="ctr"/>
            <a:r>
              <a:rPr lang="en-US" dirty="0"/>
              <a:t>Description</a:t>
            </a: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718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C2A28-635B-5356-FC74-EF1634BC2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Spitogatos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D2D2B-34DA-6F8C-7627-A541E4CAC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assets by location coordinates</a:t>
            </a:r>
          </a:p>
          <a:p>
            <a:r>
              <a:rPr lang="en-US" dirty="0"/>
              <a:t>Asset info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0909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69</Words>
  <Application>Microsoft Office PowerPoint</Application>
  <PresentationFormat>Widescreen</PresentationFormat>
  <Paragraphs>32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Cloud &amp; DB</vt:lpstr>
      <vt:lpstr> </vt:lpstr>
      <vt:lpstr>Model</vt:lpstr>
      <vt:lpstr>Spitogatos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מיכאל כפיר</dc:creator>
  <cp:lastModifiedBy>מיכאל כפיר</cp:lastModifiedBy>
  <cp:revision>5</cp:revision>
  <dcterms:created xsi:type="dcterms:W3CDTF">2026-02-08T14:23:36Z</dcterms:created>
  <dcterms:modified xsi:type="dcterms:W3CDTF">2026-02-09T18:47:27Z</dcterms:modified>
</cp:coreProperties>
</file>