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D173F-C498-ECCD-D7C0-A1B5783C6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04F5FC-F4E7-FD23-C9E1-339EFE854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A8F46-3613-A530-F520-0C2103D66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1DB4-533E-4E62-9642-65AFF3AC1E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E12F6-D0FC-1BE1-E37B-BF1548A5B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87020-4FFA-C9D2-3026-E50AE4B2E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B8D7-0694-4591-84D3-432362349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38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B2A2C-7F4C-1BD4-5F2F-96A9DF48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22525-A3F3-8F63-2DA0-16D01C0A0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238B3-E24D-7641-058A-4D2A4B033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1DB4-533E-4E62-9642-65AFF3AC1E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71E93-B223-75F5-2C7A-DA219B40F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9F763-04D4-A57D-C6F8-2C1276326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B8D7-0694-4591-84D3-432362349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613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5F57C-61A4-DC32-D145-212A1940B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32FE9-868B-9D6B-87AC-D0FB268B4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F132F-9E52-F28A-D7A8-087765731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1DB4-533E-4E62-9642-65AFF3AC1E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5FFAF-DDAE-2D6A-5812-4ED1D5BE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0E5E9-B9AE-3C81-B288-00BE44729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B8D7-0694-4591-84D3-432362349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053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68586-EEC2-A6CC-72B4-1D93D76C8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1E870-A8C7-D9AF-705F-AC15F9BB5B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EC175-5837-3A20-10D7-78389327D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A3ACD-0D14-7E2B-AD43-7B34949D2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1DB4-533E-4E62-9642-65AFF3AC1E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6EB22-634F-AC15-2463-23B40FBD4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AC21D-7160-21E5-6885-D06AC91D9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B8D7-0694-4591-84D3-432362349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6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E7D97-417A-E395-FBAE-B7A68D231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1654D-4BF3-3F1E-568D-2A198C81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A3DF2B-18B5-DE28-5315-B08701D6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086F32-884B-8E25-EAF6-8C3436E71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0F84CA-3E3F-A3E1-AB74-0A181D81C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050F40-A391-5B23-991C-B0B5172F4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1DB4-533E-4E62-9642-65AFF3AC1E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AA2B3D-AB85-6285-C21D-B6D4A043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891570-94F3-CF6C-CC63-43AE8B15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B8D7-0694-4591-84D3-432362349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768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C2B05-106C-7989-13C1-EF18AAE62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9A028D-59C2-AF43-C2D7-FB867B063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1DB4-533E-4E62-9642-65AFF3AC1E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0EBB4E-FEBE-4D2C-0768-2D3381D9F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16B56-5356-8B48-287C-3F12A1974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B8D7-0694-4591-84D3-432362349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1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114CB-E142-5D94-3D1C-24B032525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1DB4-533E-4E62-9642-65AFF3AC1E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2CCF95-EB98-CF8F-C250-05E8BDAA8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CBFAE-D39D-FB83-691F-7671CBA0F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B8D7-0694-4591-84D3-432362349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08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A943E-EF70-4CEC-9E06-DF1666C09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C50A7-7B9A-6370-0121-F2333F47A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665802-CDD4-B15B-6E2E-4090BA667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608A5-C254-5E49-E9C0-911AEC9EE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1DB4-533E-4E62-9642-65AFF3AC1E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85348-1200-136C-50BC-3F23BB879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092E8-163A-5488-C0E2-36DDA4BAB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B8D7-0694-4591-84D3-432362349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68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CA3EA-5C74-56AB-0546-74D7127AD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8662F0-FB4F-82E7-E554-9A2DAE7AD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6B4FB-F111-FC9C-5112-E85BC79EF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5B35E-03BC-9D41-04A8-8C2530027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1DB4-533E-4E62-9642-65AFF3AC1E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E1AD0-A37A-9969-412B-3D2D3DB18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14660-AAD5-AB2D-4AD8-8D9A3FECD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B8D7-0694-4591-84D3-432362349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052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6237F-AF86-8EC5-8583-0105ACB2C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6B68F4-628C-715F-7F76-BE2225FF5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AA162-EA37-8F9F-1990-C501D868B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1DB4-533E-4E62-9642-65AFF3AC1E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91143-925D-FFDF-E66F-70F4F80EE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AE4B9-FC3C-9BDE-4389-E0AD0F1F4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B8D7-0694-4591-84D3-432362349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80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ED9D5F-C1D0-0C90-07EB-2672258925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EC0782-7713-0023-1B6B-B0E6B342B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80625-C123-5976-FA9B-2F4C547FD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1DB4-533E-4E62-9642-65AFF3AC1E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7B6E-F586-4856-C6EB-9DA3A9EC7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287C0-352D-6C7D-8A97-3B4FF2014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B8D7-0694-4591-84D3-432362349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0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93ED63-074F-C056-70E1-EDEF90A69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42C28-B4FD-2BA6-22E3-9E1570BF4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2D26B-0780-FCA1-9A10-FFB542EF0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11DB4-533E-4E62-9642-65AFF3AC1E7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74F66-9C3B-E1B4-E474-52DC206D0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1C13E-5D2D-E861-3BA5-3715505855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8B8D7-0694-4591-84D3-432362349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61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E1C06C-4A3F-E003-44E1-251DA719A782}"/>
              </a:ext>
            </a:extLst>
          </p:cNvPr>
          <p:cNvSpPr/>
          <p:nvPr/>
        </p:nvSpPr>
        <p:spPr>
          <a:xfrm>
            <a:off x="0" y="1787688"/>
            <a:ext cx="1042416" cy="7223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Assets excel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3874F87-4F43-6E92-D868-07109BBB6797}"/>
              </a:ext>
            </a:extLst>
          </p:cNvPr>
          <p:cNvSpPr/>
          <p:nvPr/>
        </p:nvSpPr>
        <p:spPr>
          <a:xfrm>
            <a:off x="1042416" y="2598553"/>
            <a:ext cx="1042416" cy="8686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424F75-0B4B-0927-02FB-D05B886BD538}"/>
              </a:ext>
            </a:extLst>
          </p:cNvPr>
          <p:cNvCxnSpPr>
            <a:cxnSpLocks/>
            <a:stCxn id="4" idx="2"/>
            <a:endCxn id="6" idx="2"/>
          </p:cNvCxnSpPr>
          <p:nvPr/>
        </p:nvCxnSpPr>
        <p:spPr>
          <a:xfrm>
            <a:off x="521208" y="2510064"/>
            <a:ext cx="521208" cy="522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B4EAFEF-5063-2950-CDE4-C0FE2FB8E825}"/>
              </a:ext>
            </a:extLst>
          </p:cNvPr>
          <p:cNvCxnSpPr>
            <a:cxnSpLocks/>
            <a:stCxn id="6" idx="6"/>
            <a:endCxn id="35" idx="2"/>
          </p:cNvCxnSpPr>
          <p:nvPr/>
        </p:nvCxnSpPr>
        <p:spPr>
          <a:xfrm flipV="1">
            <a:off x="2084832" y="770585"/>
            <a:ext cx="116786" cy="2262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E4D52CE-B1F7-8802-95C4-CC58EF38082F}"/>
              </a:ext>
            </a:extLst>
          </p:cNvPr>
          <p:cNvSpPr/>
          <p:nvPr/>
        </p:nvSpPr>
        <p:spPr>
          <a:xfrm>
            <a:off x="3772334" y="1715679"/>
            <a:ext cx="1487424" cy="866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comparison excel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27345FC-A999-4985-19C2-262EDBB59CB7}"/>
              </a:ext>
            </a:extLst>
          </p:cNvPr>
          <p:cNvCxnSpPr>
            <a:cxnSpLocks/>
            <a:stCxn id="35" idx="0"/>
            <a:endCxn id="18" idx="0"/>
          </p:cNvCxnSpPr>
          <p:nvPr/>
        </p:nvCxnSpPr>
        <p:spPr>
          <a:xfrm>
            <a:off x="4426753" y="770585"/>
            <a:ext cx="89293" cy="945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68F7123C-A8FB-5FAD-DA7C-B33C5F0F1847}"/>
              </a:ext>
            </a:extLst>
          </p:cNvPr>
          <p:cNvSpPr/>
          <p:nvPr/>
        </p:nvSpPr>
        <p:spPr>
          <a:xfrm>
            <a:off x="5053584" y="2771478"/>
            <a:ext cx="1042416" cy="8686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6ABC28E-A333-F220-79F7-317A56F7B99D}"/>
              </a:ext>
            </a:extLst>
          </p:cNvPr>
          <p:cNvCxnSpPr>
            <a:cxnSpLocks/>
            <a:stCxn id="18" idx="2"/>
            <a:endCxn id="26" idx="2"/>
          </p:cNvCxnSpPr>
          <p:nvPr/>
        </p:nvCxnSpPr>
        <p:spPr>
          <a:xfrm>
            <a:off x="4516046" y="2582073"/>
            <a:ext cx="537538" cy="623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loud 34">
            <a:extLst>
              <a:ext uri="{FF2B5EF4-FFF2-40B4-BE49-F238E27FC236}">
                <a16:creationId xmlns:a16="http://schemas.microsoft.com/office/drawing/2014/main" id="{5A1DB3A5-9741-199C-313D-26B00FB8C1F0}"/>
              </a:ext>
            </a:extLst>
          </p:cNvPr>
          <p:cNvSpPr/>
          <p:nvPr/>
        </p:nvSpPr>
        <p:spPr>
          <a:xfrm>
            <a:off x="2194689" y="252321"/>
            <a:ext cx="2233926" cy="1036527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Spitogatos</a:t>
            </a:r>
            <a:endParaRPr lang="en-US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439D58E-0AC0-E464-25A3-A51A37830692}"/>
              </a:ext>
            </a:extLst>
          </p:cNvPr>
          <p:cNvSpPr/>
          <p:nvPr/>
        </p:nvSpPr>
        <p:spPr>
          <a:xfrm>
            <a:off x="8895557" y="4197942"/>
            <a:ext cx="1210118" cy="8686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page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4BE5960-DF12-AEDD-9231-307CA09855C3}"/>
              </a:ext>
            </a:extLst>
          </p:cNvPr>
          <p:cNvCxnSpPr>
            <a:cxnSpLocks/>
            <a:stCxn id="26" idx="6"/>
            <a:endCxn id="56" idx="2"/>
          </p:cNvCxnSpPr>
          <p:nvPr/>
        </p:nvCxnSpPr>
        <p:spPr>
          <a:xfrm flipV="1">
            <a:off x="6096000" y="770585"/>
            <a:ext cx="469922" cy="2435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loud 55">
            <a:extLst>
              <a:ext uri="{FF2B5EF4-FFF2-40B4-BE49-F238E27FC236}">
                <a16:creationId xmlns:a16="http://schemas.microsoft.com/office/drawing/2014/main" id="{22882791-2267-5746-BF9B-153EEF1DDF95}"/>
              </a:ext>
            </a:extLst>
          </p:cNvPr>
          <p:cNvSpPr/>
          <p:nvPr/>
        </p:nvSpPr>
        <p:spPr>
          <a:xfrm>
            <a:off x="6558993" y="252321"/>
            <a:ext cx="2233926" cy="1036527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Landea/ </a:t>
            </a:r>
            <a:r>
              <a:rPr lang="en-US" dirty="0" err="1"/>
              <a:t>eauctions</a:t>
            </a:r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2FF02E4-97B2-4715-EEF6-9FB8690CDC61}"/>
              </a:ext>
            </a:extLst>
          </p:cNvPr>
          <p:cNvSpPr/>
          <p:nvPr/>
        </p:nvSpPr>
        <p:spPr>
          <a:xfrm>
            <a:off x="8979408" y="1787688"/>
            <a:ext cx="1042416" cy="7223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Assets </a:t>
            </a:r>
            <a:r>
              <a:rPr lang="en-US" dirty="0" err="1"/>
              <a:t>db</a:t>
            </a:r>
            <a:endParaRPr lang="en-US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D1535C3-9DCC-0D96-BA91-C4C53412D7C9}"/>
              </a:ext>
            </a:extLst>
          </p:cNvPr>
          <p:cNvCxnSpPr>
            <a:stCxn id="56" idx="0"/>
            <a:endCxn id="59" idx="0"/>
          </p:cNvCxnSpPr>
          <p:nvPr/>
        </p:nvCxnSpPr>
        <p:spPr>
          <a:xfrm>
            <a:off x="8791057" y="770585"/>
            <a:ext cx="709559" cy="1017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B381E83-F4FF-0D69-6A9B-6BCCA3BEC79D}"/>
              </a:ext>
            </a:extLst>
          </p:cNvPr>
          <p:cNvCxnSpPr>
            <a:cxnSpLocks/>
            <a:stCxn id="59" idx="2"/>
            <a:endCxn id="51" idx="0"/>
          </p:cNvCxnSpPr>
          <p:nvPr/>
        </p:nvCxnSpPr>
        <p:spPr>
          <a:xfrm>
            <a:off x="9500616" y="2510064"/>
            <a:ext cx="0" cy="1687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161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FBC5C-FEE2-F7E7-2610-19461C3DF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F6A4C5-67F4-7580-2CA4-C08E9534AC58}"/>
              </a:ext>
            </a:extLst>
          </p:cNvPr>
          <p:cNvSpPr/>
          <p:nvPr/>
        </p:nvSpPr>
        <p:spPr>
          <a:xfrm>
            <a:off x="1645920" y="1952280"/>
            <a:ext cx="1042416" cy="7223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Assets DB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1E2E160-57E7-7E5E-5DC7-EEEC7392DF6E}"/>
              </a:ext>
            </a:extLst>
          </p:cNvPr>
          <p:cNvSpPr/>
          <p:nvPr/>
        </p:nvSpPr>
        <p:spPr>
          <a:xfrm>
            <a:off x="2528316" y="3518595"/>
            <a:ext cx="1042416" cy="8686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C15B27C-7AA1-854D-9BAA-3F87D0431168}"/>
              </a:ext>
            </a:extLst>
          </p:cNvPr>
          <p:cNvCxnSpPr>
            <a:cxnSpLocks/>
            <a:stCxn id="4" idx="2"/>
            <a:endCxn id="6" idx="2"/>
          </p:cNvCxnSpPr>
          <p:nvPr/>
        </p:nvCxnSpPr>
        <p:spPr>
          <a:xfrm>
            <a:off x="2167128" y="2674656"/>
            <a:ext cx="361188" cy="1278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01FB079-E286-6945-45EC-FD3F3323BA5E}"/>
              </a:ext>
            </a:extLst>
          </p:cNvPr>
          <p:cNvCxnSpPr>
            <a:cxnSpLocks/>
            <a:stCxn id="6" idx="6"/>
            <a:endCxn id="35" idx="2"/>
          </p:cNvCxnSpPr>
          <p:nvPr/>
        </p:nvCxnSpPr>
        <p:spPr>
          <a:xfrm flipV="1">
            <a:off x="3570732" y="812153"/>
            <a:ext cx="273758" cy="3140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123B20F-45B3-EA17-093C-795904CAF2B8}"/>
              </a:ext>
            </a:extLst>
          </p:cNvPr>
          <p:cNvSpPr/>
          <p:nvPr/>
        </p:nvSpPr>
        <p:spPr>
          <a:xfrm>
            <a:off x="5983881" y="1880271"/>
            <a:ext cx="1487424" cy="866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comparison excel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EED5CF-1E50-E71B-3101-ABB3CF8F8FA8}"/>
              </a:ext>
            </a:extLst>
          </p:cNvPr>
          <p:cNvCxnSpPr>
            <a:cxnSpLocks/>
            <a:stCxn id="35" idx="0"/>
            <a:endCxn id="18" idx="0"/>
          </p:cNvCxnSpPr>
          <p:nvPr/>
        </p:nvCxnSpPr>
        <p:spPr>
          <a:xfrm>
            <a:off x="6069625" y="812153"/>
            <a:ext cx="657968" cy="1068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56F3A8E-A6E9-9E3E-0660-CEBA37FF9696}"/>
              </a:ext>
            </a:extLst>
          </p:cNvPr>
          <p:cNvSpPr/>
          <p:nvPr/>
        </p:nvSpPr>
        <p:spPr>
          <a:xfrm>
            <a:off x="6096000" y="3631825"/>
            <a:ext cx="1042416" cy="8686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8C718E3-25F6-6195-8627-9C4A7673DCCD}"/>
              </a:ext>
            </a:extLst>
          </p:cNvPr>
          <p:cNvCxnSpPr>
            <a:cxnSpLocks/>
            <a:stCxn id="16" idx="2"/>
            <a:endCxn id="26" idx="2"/>
          </p:cNvCxnSpPr>
          <p:nvPr/>
        </p:nvCxnSpPr>
        <p:spPr>
          <a:xfrm>
            <a:off x="4913471" y="2674656"/>
            <a:ext cx="1182529" cy="1391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loud 34">
            <a:extLst>
              <a:ext uri="{FF2B5EF4-FFF2-40B4-BE49-F238E27FC236}">
                <a16:creationId xmlns:a16="http://schemas.microsoft.com/office/drawing/2014/main" id="{75A0D62C-07AD-969A-962A-0DEF119F3A7B}"/>
              </a:ext>
            </a:extLst>
          </p:cNvPr>
          <p:cNvSpPr/>
          <p:nvPr/>
        </p:nvSpPr>
        <p:spPr>
          <a:xfrm>
            <a:off x="3837561" y="293889"/>
            <a:ext cx="2233926" cy="1036527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Spitogatos</a:t>
            </a:r>
            <a:endParaRPr lang="en-US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6325110-C068-A87B-9136-F79D14B06C4D}"/>
              </a:ext>
            </a:extLst>
          </p:cNvPr>
          <p:cNvSpPr/>
          <p:nvPr/>
        </p:nvSpPr>
        <p:spPr>
          <a:xfrm>
            <a:off x="7962869" y="5148918"/>
            <a:ext cx="1210118" cy="8686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page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E07A028F-364F-EDA8-6B89-8EEE20C642B1}"/>
              </a:ext>
            </a:extLst>
          </p:cNvPr>
          <p:cNvSpPr/>
          <p:nvPr/>
        </p:nvSpPr>
        <p:spPr>
          <a:xfrm>
            <a:off x="71599" y="294993"/>
            <a:ext cx="2233926" cy="1036527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Landea/ </a:t>
            </a:r>
            <a:r>
              <a:rPr lang="en-US" dirty="0" err="1"/>
              <a:t>eauctions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D9B33F4-4602-4AF8-F85E-1D734EEDC9C1}"/>
              </a:ext>
            </a:extLst>
          </p:cNvPr>
          <p:cNvCxnSpPr>
            <a:cxnSpLocks/>
            <a:stCxn id="5" idx="1"/>
            <a:endCxn id="4" idx="0"/>
          </p:cNvCxnSpPr>
          <p:nvPr/>
        </p:nvCxnSpPr>
        <p:spPr>
          <a:xfrm>
            <a:off x="1188562" y="1330416"/>
            <a:ext cx="978566" cy="621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3EED5CF-1E50-E71B-3101-ABB3CF8F8FA8}"/>
              </a:ext>
            </a:extLst>
          </p:cNvPr>
          <p:cNvCxnSpPr>
            <a:cxnSpLocks/>
            <a:stCxn id="35" idx="1"/>
            <a:endCxn id="16" idx="0"/>
          </p:cNvCxnSpPr>
          <p:nvPr/>
        </p:nvCxnSpPr>
        <p:spPr>
          <a:xfrm flipH="1">
            <a:off x="4913471" y="1329312"/>
            <a:ext cx="41053" cy="622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3E86EA7-77C2-DF2A-96E8-7F49D9A5CE8A}"/>
              </a:ext>
            </a:extLst>
          </p:cNvPr>
          <p:cNvSpPr/>
          <p:nvPr/>
        </p:nvSpPr>
        <p:spPr>
          <a:xfrm>
            <a:off x="4392263" y="1952280"/>
            <a:ext cx="1042416" cy="7223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Assets DB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C0D9222-EE34-1C22-8963-6DD80A87D58B}"/>
              </a:ext>
            </a:extLst>
          </p:cNvPr>
          <p:cNvCxnSpPr>
            <a:cxnSpLocks/>
            <a:stCxn id="26" idx="6"/>
            <a:endCxn id="51" idx="2"/>
          </p:cNvCxnSpPr>
          <p:nvPr/>
        </p:nvCxnSpPr>
        <p:spPr>
          <a:xfrm>
            <a:off x="7138416" y="4066165"/>
            <a:ext cx="824453" cy="1517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430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9F86-79AC-B9D7-4475-FF1FEB9F9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</a:t>
            </a:r>
          </a:p>
        </p:txBody>
      </p:sp>
      <p:sp>
        <p:nvSpPr>
          <p:cNvPr id="4" name="Trapezoid 3">
            <a:extLst>
              <a:ext uri="{FF2B5EF4-FFF2-40B4-BE49-F238E27FC236}">
                <a16:creationId xmlns:a16="http://schemas.microsoft.com/office/drawing/2014/main" id="{E91323B5-E56B-7236-AA8C-89E5760D0BE5}"/>
              </a:ext>
            </a:extLst>
          </p:cNvPr>
          <p:cNvSpPr/>
          <p:nvPr/>
        </p:nvSpPr>
        <p:spPr>
          <a:xfrm>
            <a:off x="1325880" y="2267712"/>
            <a:ext cx="1353312" cy="1618488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381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</TotalTime>
  <Words>29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DB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מיכאל כפיר</dc:creator>
  <cp:lastModifiedBy>מיכאל כפיר</cp:lastModifiedBy>
  <cp:revision>1</cp:revision>
  <dcterms:created xsi:type="dcterms:W3CDTF">2025-11-12T09:26:17Z</dcterms:created>
  <dcterms:modified xsi:type="dcterms:W3CDTF">2025-11-12T21:15:51Z</dcterms:modified>
</cp:coreProperties>
</file>